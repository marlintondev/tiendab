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59" r:id="rId4"/>
    <p:sldId id="257" r:id="rId5"/>
    <p:sldId id="260" r:id="rId6"/>
    <p:sldId id="271" r:id="rId7"/>
    <p:sldId id="261" r:id="rId8"/>
    <p:sldId id="262" r:id="rId9"/>
    <p:sldId id="272" r:id="rId10"/>
  </p:sldIdLst>
  <p:sldSz cx="14630400" cy="8229600"/>
  <p:notesSz cx="8229600" cy="14630400"/>
  <p:embeddedFontLst>
    <p:embeddedFont>
      <p:font typeface="Corben" panose="020B0604020202020204" charset="0"/>
      <p:regular r:id="rId12"/>
    </p:embeddedFont>
    <p:embeddedFont>
      <p:font typeface="Nobile" panose="020B0604020202020204" charset="0"/>
      <p:regular r:id="rId1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-259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D97A93-CB9A-4118-B529-DD2310595DE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7DFA107C-270E-4C55-A573-444DCC7892B5}">
      <dgm:prSet phldrT="[Texto]" phldr="0"/>
      <dgm:spPr/>
      <dgm:t>
        <a:bodyPr/>
        <a:lstStyle/>
        <a:p>
          <a:r>
            <a:rPr lang="es-CO" dirty="0"/>
            <a:t>Scrum master</a:t>
          </a:r>
        </a:p>
      </dgm:t>
    </dgm:pt>
    <dgm:pt modelId="{28570E81-D008-4FF5-B05E-E87BE4410666}" type="parTrans" cxnId="{FC379CE2-281B-4109-A84C-31938F771A80}">
      <dgm:prSet/>
      <dgm:spPr/>
      <dgm:t>
        <a:bodyPr/>
        <a:lstStyle/>
        <a:p>
          <a:endParaRPr lang="es-CO"/>
        </a:p>
      </dgm:t>
    </dgm:pt>
    <dgm:pt modelId="{CA79C5CB-3A69-47CC-A99B-DDB577854667}" type="sibTrans" cxnId="{FC379CE2-281B-4109-A84C-31938F771A80}">
      <dgm:prSet/>
      <dgm:spPr/>
      <dgm:t>
        <a:bodyPr/>
        <a:lstStyle/>
        <a:p>
          <a:endParaRPr lang="es-CO"/>
        </a:p>
      </dgm:t>
    </dgm:pt>
    <dgm:pt modelId="{7B1D5387-0C0C-4922-B05A-81FD88BA66ED}">
      <dgm:prSet phldrT="[Texto]" phldr="0"/>
      <dgm:spPr/>
      <dgm:t>
        <a:bodyPr/>
        <a:lstStyle/>
        <a:p>
          <a:r>
            <a:rPr lang="es-CO" dirty="0"/>
            <a:t>Crear el Backlog con todos los </a:t>
          </a:r>
          <a:r>
            <a:rPr lang="es-ES" b="1" dirty="0"/>
            <a:t>Tickets</a:t>
          </a:r>
          <a:r>
            <a:rPr lang="es-ES" dirty="0"/>
            <a:t> (</a:t>
          </a:r>
          <a:r>
            <a:rPr lang="es-ES" dirty="0" err="1"/>
            <a:t>Sub-tasks</a:t>
          </a:r>
          <a:r>
            <a:rPr lang="es-ES" dirty="0"/>
            <a:t> o Tareas).</a:t>
          </a:r>
          <a:r>
            <a:rPr lang="es-CO" dirty="0"/>
            <a:t> </a:t>
          </a:r>
        </a:p>
      </dgm:t>
    </dgm:pt>
    <dgm:pt modelId="{24EBCB15-F90B-41C4-B077-65236B81CBD8}" type="parTrans" cxnId="{5E33F5AC-38B8-4432-852E-F565ACFEF0B0}">
      <dgm:prSet/>
      <dgm:spPr/>
      <dgm:t>
        <a:bodyPr/>
        <a:lstStyle/>
        <a:p>
          <a:endParaRPr lang="es-CO"/>
        </a:p>
      </dgm:t>
    </dgm:pt>
    <dgm:pt modelId="{0A1B7571-64F7-44FA-8A7C-307152270C3F}" type="sibTrans" cxnId="{5E33F5AC-38B8-4432-852E-F565ACFEF0B0}">
      <dgm:prSet/>
      <dgm:spPr/>
      <dgm:t>
        <a:bodyPr/>
        <a:lstStyle/>
        <a:p>
          <a:endParaRPr lang="es-CO"/>
        </a:p>
      </dgm:t>
    </dgm:pt>
    <dgm:pt modelId="{6656E5A0-2783-4155-8745-65076B66120D}">
      <dgm:prSet phldrT="[Texto]"/>
      <dgm:spPr/>
      <dgm:t>
        <a:bodyPr/>
        <a:lstStyle/>
        <a:p>
          <a:pPr>
            <a:buNone/>
          </a:pPr>
          <a:r>
            <a:rPr lang="es-CO" dirty="0"/>
            <a:t>Asigna ticket a </a:t>
          </a:r>
          <a:r>
            <a:rPr lang="es-CO" dirty="0" err="1"/>
            <a:t>Development</a:t>
          </a:r>
          <a:r>
            <a:rPr lang="es-CO" dirty="0"/>
            <a:t> </a:t>
          </a:r>
          <a:r>
            <a:rPr lang="es-CO" dirty="0" err="1"/>
            <a:t>Teams</a:t>
          </a:r>
          <a:endParaRPr lang="es-CO" dirty="0"/>
        </a:p>
      </dgm:t>
    </dgm:pt>
    <dgm:pt modelId="{104B40AA-1C6B-4AE9-AE06-1A0E26421966}" type="parTrans" cxnId="{A5CA28B4-59CA-4848-A458-5E9552FB65BE}">
      <dgm:prSet/>
      <dgm:spPr/>
      <dgm:t>
        <a:bodyPr/>
        <a:lstStyle/>
        <a:p>
          <a:endParaRPr lang="es-CO"/>
        </a:p>
      </dgm:t>
    </dgm:pt>
    <dgm:pt modelId="{6F703A37-4202-49A2-A790-781AF4767B00}" type="sibTrans" cxnId="{A5CA28B4-59CA-4848-A458-5E9552FB65BE}">
      <dgm:prSet/>
      <dgm:spPr/>
      <dgm:t>
        <a:bodyPr/>
        <a:lstStyle/>
        <a:p>
          <a:endParaRPr lang="es-CO"/>
        </a:p>
      </dgm:t>
    </dgm:pt>
    <dgm:pt modelId="{3713A889-0A2A-4184-9E93-6DF10D2B4D33}">
      <dgm:prSet phldrT="[Texto]" phldr="0"/>
      <dgm:spPr/>
      <dgm:t>
        <a:bodyPr/>
        <a:lstStyle/>
        <a:p>
          <a:r>
            <a:rPr lang="es-CO" dirty="0"/>
            <a:t>Crear proyecto tipo Scrum</a:t>
          </a:r>
        </a:p>
      </dgm:t>
    </dgm:pt>
    <dgm:pt modelId="{A5777723-8E14-4DD8-ABA1-364B030788D7}" type="parTrans" cxnId="{8C7DE275-7E72-458C-9BC4-7F3F1D2CA6F3}">
      <dgm:prSet/>
      <dgm:spPr/>
      <dgm:t>
        <a:bodyPr/>
        <a:lstStyle/>
        <a:p>
          <a:endParaRPr lang="es-CO"/>
        </a:p>
      </dgm:t>
    </dgm:pt>
    <dgm:pt modelId="{58C7041D-B89E-4CB9-963D-A2C56C2C6393}" type="sibTrans" cxnId="{8C7DE275-7E72-458C-9BC4-7F3F1D2CA6F3}">
      <dgm:prSet/>
      <dgm:spPr/>
      <dgm:t>
        <a:bodyPr/>
        <a:lstStyle/>
        <a:p>
          <a:endParaRPr lang="es-CO"/>
        </a:p>
      </dgm:t>
    </dgm:pt>
    <dgm:pt modelId="{EA2529A4-8895-4A4E-869A-6A1F1C804888}">
      <dgm:prSet phldrT="[Texto]" phldr="0"/>
      <dgm:spPr/>
      <dgm:t>
        <a:bodyPr/>
        <a:lstStyle/>
        <a:p>
          <a:r>
            <a:rPr lang="es-CO" dirty="0"/>
            <a:t>Invitan a </a:t>
          </a:r>
          <a:r>
            <a:rPr lang="es-CO" dirty="0" err="1"/>
            <a:t>Development</a:t>
          </a:r>
          <a:r>
            <a:rPr lang="es-CO" dirty="0"/>
            <a:t> </a:t>
          </a:r>
          <a:r>
            <a:rPr lang="es-CO" dirty="0" err="1"/>
            <a:t>Team</a:t>
          </a:r>
          <a:r>
            <a:rPr lang="es-CO" dirty="0"/>
            <a:t> y al producto </a:t>
          </a:r>
          <a:r>
            <a:rPr lang="es-CO" dirty="0" err="1"/>
            <a:t>ovner</a:t>
          </a:r>
          <a:r>
            <a:rPr lang="es-CO" dirty="0"/>
            <a:t> </a:t>
          </a:r>
        </a:p>
      </dgm:t>
    </dgm:pt>
    <dgm:pt modelId="{BD5CF968-BCAE-4F03-A814-338A0092CDBB}" type="parTrans" cxnId="{ADA7317C-A235-4277-BDD9-A914EF02CD8B}">
      <dgm:prSet/>
      <dgm:spPr/>
      <dgm:t>
        <a:bodyPr/>
        <a:lstStyle/>
        <a:p>
          <a:endParaRPr lang="es-CO"/>
        </a:p>
      </dgm:t>
    </dgm:pt>
    <dgm:pt modelId="{91AF4879-E6AD-4622-8753-E0D9B62CF594}" type="sibTrans" cxnId="{ADA7317C-A235-4277-BDD9-A914EF02CD8B}">
      <dgm:prSet/>
      <dgm:spPr/>
      <dgm:t>
        <a:bodyPr/>
        <a:lstStyle/>
        <a:p>
          <a:endParaRPr lang="es-CO"/>
        </a:p>
      </dgm:t>
    </dgm:pt>
    <dgm:pt modelId="{15E50AFD-70E1-4C43-818F-D267012A219D}">
      <dgm:prSet phldrT="[Texto]" phldr="0"/>
      <dgm:spPr/>
      <dgm:t>
        <a:bodyPr/>
        <a:lstStyle/>
        <a:p>
          <a:r>
            <a:rPr lang="es-CO"/>
            <a:t>crear cuenta en Jira</a:t>
          </a:r>
          <a:endParaRPr lang="es-CO" dirty="0"/>
        </a:p>
      </dgm:t>
    </dgm:pt>
    <dgm:pt modelId="{B2A2AC08-37BF-43FE-A708-8284E33101D9}" type="parTrans" cxnId="{8EA5B5DB-6250-4CED-BFC1-9E0A3214D2E6}">
      <dgm:prSet/>
      <dgm:spPr/>
      <dgm:t>
        <a:bodyPr/>
        <a:lstStyle/>
        <a:p>
          <a:endParaRPr lang="es-CO"/>
        </a:p>
      </dgm:t>
    </dgm:pt>
    <dgm:pt modelId="{AF190001-AA51-4681-ADF7-A881D98D973E}" type="sibTrans" cxnId="{8EA5B5DB-6250-4CED-BFC1-9E0A3214D2E6}">
      <dgm:prSet/>
      <dgm:spPr/>
      <dgm:t>
        <a:bodyPr/>
        <a:lstStyle/>
        <a:p>
          <a:endParaRPr lang="es-CO"/>
        </a:p>
      </dgm:t>
    </dgm:pt>
    <dgm:pt modelId="{983BFB88-1059-4725-BAAD-3853A9EAA32D}">
      <dgm:prSet phldrT="[Texto]" phldr="0"/>
      <dgm:spPr/>
      <dgm:t>
        <a:bodyPr/>
        <a:lstStyle/>
        <a:p>
          <a:r>
            <a:rPr lang="es-CO" dirty="0"/>
            <a:t>Crear sprint 1 y agregar las tareas que se puedan alcanzar durante la sesión de formación</a:t>
          </a:r>
        </a:p>
      </dgm:t>
    </dgm:pt>
    <dgm:pt modelId="{17C0A563-CA56-49AD-A92E-A55D8384FDB9}" type="parTrans" cxnId="{FD335607-0432-440D-94DE-7F4771382D5D}">
      <dgm:prSet/>
      <dgm:spPr/>
      <dgm:t>
        <a:bodyPr/>
        <a:lstStyle/>
        <a:p>
          <a:endParaRPr lang="es-CO"/>
        </a:p>
      </dgm:t>
    </dgm:pt>
    <dgm:pt modelId="{9C7FDD65-789C-4F74-BF16-98FCD6A0148B}" type="sibTrans" cxnId="{FD335607-0432-440D-94DE-7F4771382D5D}">
      <dgm:prSet/>
      <dgm:spPr/>
      <dgm:t>
        <a:bodyPr/>
        <a:lstStyle/>
        <a:p>
          <a:endParaRPr lang="es-CO"/>
        </a:p>
      </dgm:t>
    </dgm:pt>
    <dgm:pt modelId="{8FA8777A-EA6B-4EC7-A421-8E177C3437A4}">
      <dgm:prSet phldrT="[Texto]" phldr="0"/>
      <dgm:spPr/>
      <dgm:t>
        <a:bodyPr/>
        <a:lstStyle/>
        <a:p>
          <a:r>
            <a:rPr lang="es-CO"/>
            <a:t>Iniciar Sprint</a:t>
          </a:r>
        </a:p>
        <a:p>
          <a:endParaRPr lang="es-CO" dirty="0"/>
        </a:p>
      </dgm:t>
    </dgm:pt>
    <dgm:pt modelId="{EEB4B75D-AAD1-4612-BF38-D60FF9FFFCFA}" type="parTrans" cxnId="{1E04B0EA-4FB6-4A88-91F7-6B8451114D80}">
      <dgm:prSet/>
      <dgm:spPr/>
      <dgm:t>
        <a:bodyPr/>
        <a:lstStyle/>
        <a:p>
          <a:endParaRPr lang="es-CO"/>
        </a:p>
      </dgm:t>
    </dgm:pt>
    <dgm:pt modelId="{C176ED7C-2C84-4782-A1F2-6240B44A1750}" type="sibTrans" cxnId="{1E04B0EA-4FB6-4A88-91F7-6B8451114D80}">
      <dgm:prSet/>
      <dgm:spPr/>
      <dgm:t>
        <a:bodyPr/>
        <a:lstStyle/>
        <a:p>
          <a:endParaRPr lang="es-CO"/>
        </a:p>
      </dgm:t>
    </dgm:pt>
    <dgm:pt modelId="{D0D11363-FF41-401A-B5BB-B96EBC45278E}" type="pres">
      <dgm:prSet presAssocID="{A9D97A93-CB9A-4118-B529-DD2310595DE3}" presName="vert0" presStyleCnt="0">
        <dgm:presLayoutVars>
          <dgm:dir/>
          <dgm:animOne val="branch"/>
          <dgm:animLvl val="lvl"/>
        </dgm:presLayoutVars>
      </dgm:prSet>
      <dgm:spPr/>
    </dgm:pt>
    <dgm:pt modelId="{E05CACB4-8CCF-4CAF-BE3E-9C899A63E45A}" type="pres">
      <dgm:prSet presAssocID="{7DFA107C-270E-4C55-A573-444DCC7892B5}" presName="thickLine" presStyleLbl="alignNode1" presStyleIdx="0" presStyleCnt="1"/>
      <dgm:spPr/>
    </dgm:pt>
    <dgm:pt modelId="{88273E59-385D-4804-91AF-5202D99CC381}" type="pres">
      <dgm:prSet presAssocID="{7DFA107C-270E-4C55-A573-444DCC7892B5}" presName="horz1" presStyleCnt="0"/>
      <dgm:spPr/>
    </dgm:pt>
    <dgm:pt modelId="{6497171C-4C5D-4A9F-A205-D09CF4E94525}" type="pres">
      <dgm:prSet presAssocID="{7DFA107C-270E-4C55-A573-444DCC7892B5}" presName="tx1" presStyleLbl="revTx" presStyleIdx="0" presStyleCnt="8"/>
      <dgm:spPr/>
    </dgm:pt>
    <dgm:pt modelId="{B2D3BEE7-6D4B-468C-8390-C5023502038D}" type="pres">
      <dgm:prSet presAssocID="{7DFA107C-270E-4C55-A573-444DCC7892B5}" presName="vert1" presStyleCnt="0"/>
      <dgm:spPr/>
    </dgm:pt>
    <dgm:pt modelId="{753DA526-80F6-4522-BF08-E1924BDA1375}" type="pres">
      <dgm:prSet presAssocID="{15E50AFD-70E1-4C43-818F-D267012A219D}" presName="vertSpace2a" presStyleCnt="0"/>
      <dgm:spPr/>
    </dgm:pt>
    <dgm:pt modelId="{2EE61642-0A2F-4DB9-B63E-856AEE189A80}" type="pres">
      <dgm:prSet presAssocID="{15E50AFD-70E1-4C43-818F-D267012A219D}" presName="horz2" presStyleCnt="0"/>
      <dgm:spPr/>
    </dgm:pt>
    <dgm:pt modelId="{61B400F2-83C0-4A24-AC35-D0E9F9AFA491}" type="pres">
      <dgm:prSet presAssocID="{15E50AFD-70E1-4C43-818F-D267012A219D}" presName="horzSpace2" presStyleCnt="0"/>
      <dgm:spPr/>
    </dgm:pt>
    <dgm:pt modelId="{C189AE53-ADDC-472D-8757-D0EFA070E2B0}" type="pres">
      <dgm:prSet presAssocID="{15E50AFD-70E1-4C43-818F-D267012A219D}" presName="tx2" presStyleLbl="revTx" presStyleIdx="1" presStyleCnt="8"/>
      <dgm:spPr/>
    </dgm:pt>
    <dgm:pt modelId="{693FCACB-6FCF-4BC3-9043-957792304E8B}" type="pres">
      <dgm:prSet presAssocID="{15E50AFD-70E1-4C43-818F-D267012A219D}" presName="vert2" presStyleCnt="0"/>
      <dgm:spPr/>
    </dgm:pt>
    <dgm:pt modelId="{CA682805-08CA-440A-890A-25C51885E15F}" type="pres">
      <dgm:prSet presAssocID="{15E50AFD-70E1-4C43-818F-D267012A219D}" presName="thinLine2b" presStyleLbl="callout" presStyleIdx="0" presStyleCnt="7"/>
      <dgm:spPr/>
    </dgm:pt>
    <dgm:pt modelId="{B139BF07-8871-43CA-9B90-B5C2DFC1B92B}" type="pres">
      <dgm:prSet presAssocID="{15E50AFD-70E1-4C43-818F-D267012A219D}" presName="vertSpace2b" presStyleCnt="0"/>
      <dgm:spPr/>
    </dgm:pt>
    <dgm:pt modelId="{F34F271F-E101-4080-8DD3-523925DBB7D6}" type="pres">
      <dgm:prSet presAssocID="{3713A889-0A2A-4184-9E93-6DF10D2B4D33}" presName="horz2" presStyleCnt="0"/>
      <dgm:spPr/>
    </dgm:pt>
    <dgm:pt modelId="{AD671FE3-8B3C-48B6-A0B2-816975DBF6EF}" type="pres">
      <dgm:prSet presAssocID="{3713A889-0A2A-4184-9E93-6DF10D2B4D33}" presName="horzSpace2" presStyleCnt="0"/>
      <dgm:spPr/>
    </dgm:pt>
    <dgm:pt modelId="{BD1A7695-2558-4243-AEA1-562AD83719FC}" type="pres">
      <dgm:prSet presAssocID="{3713A889-0A2A-4184-9E93-6DF10D2B4D33}" presName="tx2" presStyleLbl="revTx" presStyleIdx="2" presStyleCnt="8"/>
      <dgm:spPr/>
    </dgm:pt>
    <dgm:pt modelId="{A91625CD-EA0E-4EBF-9EE0-107C1B7684F6}" type="pres">
      <dgm:prSet presAssocID="{3713A889-0A2A-4184-9E93-6DF10D2B4D33}" presName="vert2" presStyleCnt="0"/>
      <dgm:spPr/>
    </dgm:pt>
    <dgm:pt modelId="{00EA732D-48B7-40D4-8953-37E033B5FC0D}" type="pres">
      <dgm:prSet presAssocID="{3713A889-0A2A-4184-9E93-6DF10D2B4D33}" presName="thinLine2b" presStyleLbl="callout" presStyleIdx="1" presStyleCnt="7"/>
      <dgm:spPr/>
    </dgm:pt>
    <dgm:pt modelId="{21732F09-524D-4E17-86F2-39F226DDF3B0}" type="pres">
      <dgm:prSet presAssocID="{3713A889-0A2A-4184-9E93-6DF10D2B4D33}" presName="vertSpace2b" presStyleCnt="0"/>
      <dgm:spPr/>
    </dgm:pt>
    <dgm:pt modelId="{C27F05B9-941B-4C6C-B10B-475B58BDEE39}" type="pres">
      <dgm:prSet presAssocID="{EA2529A4-8895-4A4E-869A-6A1F1C804888}" presName="horz2" presStyleCnt="0"/>
      <dgm:spPr/>
    </dgm:pt>
    <dgm:pt modelId="{4F952D53-FABD-4E1C-B4BA-1A6C3EBD22A6}" type="pres">
      <dgm:prSet presAssocID="{EA2529A4-8895-4A4E-869A-6A1F1C804888}" presName="horzSpace2" presStyleCnt="0"/>
      <dgm:spPr/>
    </dgm:pt>
    <dgm:pt modelId="{3347DA52-02A2-40F1-86E7-FF22837664B7}" type="pres">
      <dgm:prSet presAssocID="{EA2529A4-8895-4A4E-869A-6A1F1C804888}" presName="tx2" presStyleLbl="revTx" presStyleIdx="3" presStyleCnt="8"/>
      <dgm:spPr/>
    </dgm:pt>
    <dgm:pt modelId="{4341D668-6559-4E30-BA4F-CCA7572C36B2}" type="pres">
      <dgm:prSet presAssocID="{EA2529A4-8895-4A4E-869A-6A1F1C804888}" presName="vert2" presStyleCnt="0"/>
      <dgm:spPr/>
    </dgm:pt>
    <dgm:pt modelId="{1E5E50ED-8D7E-4FB4-A89A-D6E31AEA8A02}" type="pres">
      <dgm:prSet presAssocID="{EA2529A4-8895-4A4E-869A-6A1F1C804888}" presName="thinLine2b" presStyleLbl="callout" presStyleIdx="2" presStyleCnt="7"/>
      <dgm:spPr/>
    </dgm:pt>
    <dgm:pt modelId="{7EFB1BDC-B04B-4048-AF15-3DF99171609B}" type="pres">
      <dgm:prSet presAssocID="{EA2529A4-8895-4A4E-869A-6A1F1C804888}" presName="vertSpace2b" presStyleCnt="0"/>
      <dgm:spPr/>
    </dgm:pt>
    <dgm:pt modelId="{43CCDFA9-2317-41B3-9803-4530055ADB9D}" type="pres">
      <dgm:prSet presAssocID="{7B1D5387-0C0C-4922-B05A-81FD88BA66ED}" presName="horz2" presStyleCnt="0"/>
      <dgm:spPr/>
    </dgm:pt>
    <dgm:pt modelId="{6EE48034-8A14-4942-9BAE-F4A2C6951B7F}" type="pres">
      <dgm:prSet presAssocID="{7B1D5387-0C0C-4922-B05A-81FD88BA66ED}" presName="horzSpace2" presStyleCnt="0"/>
      <dgm:spPr/>
    </dgm:pt>
    <dgm:pt modelId="{84DAC743-6EDF-46DC-9D14-55B31683084C}" type="pres">
      <dgm:prSet presAssocID="{7B1D5387-0C0C-4922-B05A-81FD88BA66ED}" presName="tx2" presStyleLbl="revTx" presStyleIdx="4" presStyleCnt="8"/>
      <dgm:spPr/>
    </dgm:pt>
    <dgm:pt modelId="{749D0501-B01D-4BA3-98BB-7D1D76E1C7B2}" type="pres">
      <dgm:prSet presAssocID="{7B1D5387-0C0C-4922-B05A-81FD88BA66ED}" presName="vert2" presStyleCnt="0"/>
      <dgm:spPr/>
    </dgm:pt>
    <dgm:pt modelId="{AE063DF1-B31A-4A1B-8327-1D0B8CACCC97}" type="pres">
      <dgm:prSet presAssocID="{7B1D5387-0C0C-4922-B05A-81FD88BA66ED}" presName="thinLine2b" presStyleLbl="callout" presStyleIdx="3" presStyleCnt="7"/>
      <dgm:spPr/>
    </dgm:pt>
    <dgm:pt modelId="{4F60650E-BC29-46D8-A669-F1D575F018D2}" type="pres">
      <dgm:prSet presAssocID="{7B1D5387-0C0C-4922-B05A-81FD88BA66ED}" presName="vertSpace2b" presStyleCnt="0"/>
      <dgm:spPr/>
    </dgm:pt>
    <dgm:pt modelId="{CF860A11-B60E-4D29-9BEA-F49B387ABA9C}" type="pres">
      <dgm:prSet presAssocID="{983BFB88-1059-4725-BAAD-3853A9EAA32D}" presName="horz2" presStyleCnt="0"/>
      <dgm:spPr/>
    </dgm:pt>
    <dgm:pt modelId="{3F567538-6093-40DA-8917-4EBC103ACFDD}" type="pres">
      <dgm:prSet presAssocID="{983BFB88-1059-4725-BAAD-3853A9EAA32D}" presName="horzSpace2" presStyleCnt="0"/>
      <dgm:spPr/>
    </dgm:pt>
    <dgm:pt modelId="{9B05C5BE-3F6D-433E-A6E6-5A212571FA65}" type="pres">
      <dgm:prSet presAssocID="{983BFB88-1059-4725-BAAD-3853A9EAA32D}" presName="tx2" presStyleLbl="revTx" presStyleIdx="5" presStyleCnt="8"/>
      <dgm:spPr/>
    </dgm:pt>
    <dgm:pt modelId="{8DCC8B3A-8B0E-4B43-82D9-71CBB6B55972}" type="pres">
      <dgm:prSet presAssocID="{983BFB88-1059-4725-BAAD-3853A9EAA32D}" presName="vert2" presStyleCnt="0"/>
      <dgm:spPr/>
    </dgm:pt>
    <dgm:pt modelId="{611CEDFC-681F-4211-AA66-D066BF9C1FE1}" type="pres">
      <dgm:prSet presAssocID="{983BFB88-1059-4725-BAAD-3853A9EAA32D}" presName="thinLine2b" presStyleLbl="callout" presStyleIdx="4" presStyleCnt="7"/>
      <dgm:spPr/>
    </dgm:pt>
    <dgm:pt modelId="{EB7C1423-41E5-4A59-9ACE-4B966E9E4270}" type="pres">
      <dgm:prSet presAssocID="{983BFB88-1059-4725-BAAD-3853A9EAA32D}" presName="vertSpace2b" presStyleCnt="0"/>
      <dgm:spPr/>
    </dgm:pt>
    <dgm:pt modelId="{03E9947B-4BA6-4AA7-BF56-628278A46EB3}" type="pres">
      <dgm:prSet presAssocID="{8FA8777A-EA6B-4EC7-A421-8E177C3437A4}" presName="horz2" presStyleCnt="0"/>
      <dgm:spPr/>
    </dgm:pt>
    <dgm:pt modelId="{B1BEB774-A295-465D-963B-BD357E95B434}" type="pres">
      <dgm:prSet presAssocID="{8FA8777A-EA6B-4EC7-A421-8E177C3437A4}" presName="horzSpace2" presStyleCnt="0"/>
      <dgm:spPr/>
    </dgm:pt>
    <dgm:pt modelId="{DC446ED5-A4CD-460F-9C48-C42026048A96}" type="pres">
      <dgm:prSet presAssocID="{8FA8777A-EA6B-4EC7-A421-8E177C3437A4}" presName="tx2" presStyleLbl="revTx" presStyleIdx="6" presStyleCnt="8"/>
      <dgm:spPr/>
    </dgm:pt>
    <dgm:pt modelId="{1A114F0E-C1F5-4767-B754-78EBAD766625}" type="pres">
      <dgm:prSet presAssocID="{8FA8777A-EA6B-4EC7-A421-8E177C3437A4}" presName="vert2" presStyleCnt="0"/>
      <dgm:spPr/>
    </dgm:pt>
    <dgm:pt modelId="{4622340D-EBD8-48F3-8EC3-980F765FCC7F}" type="pres">
      <dgm:prSet presAssocID="{8FA8777A-EA6B-4EC7-A421-8E177C3437A4}" presName="thinLine2b" presStyleLbl="callout" presStyleIdx="5" presStyleCnt="7"/>
      <dgm:spPr/>
    </dgm:pt>
    <dgm:pt modelId="{7B344C13-8A75-4F15-8FD1-F60B44FECE3F}" type="pres">
      <dgm:prSet presAssocID="{8FA8777A-EA6B-4EC7-A421-8E177C3437A4}" presName="vertSpace2b" presStyleCnt="0"/>
      <dgm:spPr/>
    </dgm:pt>
    <dgm:pt modelId="{A0A6E740-78C2-4A6F-B73A-486C47E8FC8D}" type="pres">
      <dgm:prSet presAssocID="{6656E5A0-2783-4155-8745-65076B66120D}" presName="horz2" presStyleCnt="0"/>
      <dgm:spPr/>
    </dgm:pt>
    <dgm:pt modelId="{18CA46CA-E77A-44A4-A88A-95381985919C}" type="pres">
      <dgm:prSet presAssocID="{6656E5A0-2783-4155-8745-65076B66120D}" presName="horzSpace2" presStyleCnt="0"/>
      <dgm:spPr/>
    </dgm:pt>
    <dgm:pt modelId="{4B240857-B639-4F7E-A9A0-FFEAA09FD1BA}" type="pres">
      <dgm:prSet presAssocID="{6656E5A0-2783-4155-8745-65076B66120D}" presName="tx2" presStyleLbl="revTx" presStyleIdx="7" presStyleCnt="8"/>
      <dgm:spPr/>
    </dgm:pt>
    <dgm:pt modelId="{CC067AF2-85E8-4CD4-AABD-AFE0891CE7CE}" type="pres">
      <dgm:prSet presAssocID="{6656E5A0-2783-4155-8745-65076B66120D}" presName="vert2" presStyleCnt="0"/>
      <dgm:spPr/>
    </dgm:pt>
    <dgm:pt modelId="{C20E994C-846D-4CAA-97A0-50B9EEDE45B9}" type="pres">
      <dgm:prSet presAssocID="{6656E5A0-2783-4155-8745-65076B66120D}" presName="thinLine2b" presStyleLbl="callout" presStyleIdx="6" presStyleCnt="7"/>
      <dgm:spPr/>
    </dgm:pt>
    <dgm:pt modelId="{76739265-CFE6-4B94-95D1-DDB6505DC391}" type="pres">
      <dgm:prSet presAssocID="{6656E5A0-2783-4155-8745-65076B66120D}" presName="vertSpace2b" presStyleCnt="0"/>
      <dgm:spPr/>
    </dgm:pt>
  </dgm:ptLst>
  <dgm:cxnLst>
    <dgm:cxn modelId="{FD335607-0432-440D-94DE-7F4771382D5D}" srcId="{7DFA107C-270E-4C55-A573-444DCC7892B5}" destId="{983BFB88-1059-4725-BAAD-3853A9EAA32D}" srcOrd="4" destOrd="0" parTransId="{17C0A563-CA56-49AD-A92E-A55D8384FDB9}" sibTransId="{9C7FDD65-789C-4F74-BF16-98FCD6A0148B}"/>
    <dgm:cxn modelId="{50668017-5F09-41B3-BA7A-0FA50C86A4CE}" type="presOf" srcId="{983BFB88-1059-4725-BAAD-3853A9EAA32D}" destId="{9B05C5BE-3F6D-433E-A6E6-5A212571FA65}" srcOrd="0" destOrd="0" presId="urn:microsoft.com/office/officeart/2008/layout/LinedList"/>
    <dgm:cxn modelId="{AB08191A-9FF2-4C1D-82E2-F9559CE9A5BF}" type="presOf" srcId="{A9D97A93-CB9A-4118-B529-DD2310595DE3}" destId="{D0D11363-FF41-401A-B5BB-B96EBC45278E}" srcOrd="0" destOrd="0" presId="urn:microsoft.com/office/officeart/2008/layout/LinedList"/>
    <dgm:cxn modelId="{86C3B840-6F60-49F9-953C-456E9C0288E2}" type="presOf" srcId="{8FA8777A-EA6B-4EC7-A421-8E177C3437A4}" destId="{DC446ED5-A4CD-460F-9C48-C42026048A96}" srcOrd="0" destOrd="0" presId="urn:microsoft.com/office/officeart/2008/layout/LinedList"/>
    <dgm:cxn modelId="{D6512A5B-E8D0-4047-A21C-30B23EB8C857}" type="presOf" srcId="{7DFA107C-270E-4C55-A573-444DCC7892B5}" destId="{6497171C-4C5D-4A9F-A205-D09CF4E94525}" srcOrd="0" destOrd="0" presId="urn:microsoft.com/office/officeart/2008/layout/LinedList"/>
    <dgm:cxn modelId="{63397E46-B97C-4811-ADAE-7E8E364D59BA}" type="presOf" srcId="{3713A889-0A2A-4184-9E93-6DF10D2B4D33}" destId="{BD1A7695-2558-4243-AEA1-562AD83719FC}" srcOrd="0" destOrd="0" presId="urn:microsoft.com/office/officeart/2008/layout/LinedList"/>
    <dgm:cxn modelId="{41CA8155-2504-4819-84B2-26EECFEB5559}" type="presOf" srcId="{7B1D5387-0C0C-4922-B05A-81FD88BA66ED}" destId="{84DAC743-6EDF-46DC-9D14-55B31683084C}" srcOrd="0" destOrd="0" presId="urn:microsoft.com/office/officeart/2008/layout/LinedList"/>
    <dgm:cxn modelId="{8C7DE275-7E72-458C-9BC4-7F3F1D2CA6F3}" srcId="{7DFA107C-270E-4C55-A573-444DCC7892B5}" destId="{3713A889-0A2A-4184-9E93-6DF10D2B4D33}" srcOrd="1" destOrd="0" parTransId="{A5777723-8E14-4DD8-ABA1-364B030788D7}" sibTransId="{58C7041D-B89E-4CB9-963D-A2C56C2C6393}"/>
    <dgm:cxn modelId="{ADA7317C-A235-4277-BDD9-A914EF02CD8B}" srcId="{7DFA107C-270E-4C55-A573-444DCC7892B5}" destId="{EA2529A4-8895-4A4E-869A-6A1F1C804888}" srcOrd="2" destOrd="0" parTransId="{BD5CF968-BCAE-4F03-A814-338A0092CDBB}" sibTransId="{91AF4879-E6AD-4622-8753-E0D9B62CF594}"/>
    <dgm:cxn modelId="{F5DA5291-C7E9-40B3-9A55-377ABEBC824D}" type="presOf" srcId="{6656E5A0-2783-4155-8745-65076B66120D}" destId="{4B240857-B639-4F7E-A9A0-FFEAA09FD1BA}" srcOrd="0" destOrd="0" presId="urn:microsoft.com/office/officeart/2008/layout/LinedList"/>
    <dgm:cxn modelId="{CB7732A9-D833-4003-A570-AB51283420CE}" type="presOf" srcId="{15E50AFD-70E1-4C43-818F-D267012A219D}" destId="{C189AE53-ADDC-472D-8757-D0EFA070E2B0}" srcOrd="0" destOrd="0" presId="urn:microsoft.com/office/officeart/2008/layout/LinedList"/>
    <dgm:cxn modelId="{5E33F5AC-38B8-4432-852E-F565ACFEF0B0}" srcId="{7DFA107C-270E-4C55-A573-444DCC7892B5}" destId="{7B1D5387-0C0C-4922-B05A-81FD88BA66ED}" srcOrd="3" destOrd="0" parTransId="{24EBCB15-F90B-41C4-B077-65236B81CBD8}" sibTransId="{0A1B7571-64F7-44FA-8A7C-307152270C3F}"/>
    <dgm:cxn modelId="{A5CA28B4-59CA-4848-A458-5E9552FB65BE}" srcId="{7DFA107C-270E-4C55-A573-444DCC7892B5}" destId="{6656E5A0-2783-4155-8745-65076B66120D}" srcOrd="6" destOrd="0" parTransId="{104B40AA-1C6B-4AE9-AE06-1A0E26421966}" sibTransId="{6F703A37-4202-49A2-A790-781AF4767B00}"/>
    <dgm:cxn modelId="{8EA5B5DB-6250-4CED-BFC1-9E0A3214D2E6}" srcId="{7DFA107C-270E-4C55-A573-444DCC7892B5}" destId="{15E50AFD-70E1-4C43-818F-D267012A219D}" srcOrd="0" destOrd="0" parTransId="{B2A2AC08-37BF-43FE-A708-8284E33101D9}" sibTransId="{AF190001-AA51-4681-ADF7-A881D98D973E}"/>
    <dgm:cxn modelId="{FC379CE2-281B-4109-A84C-31938F771A80}" srcId="{A9D97A93-CB9A-4118-B529-DD2310595DE3}" destId="{7DFA107C-270E-4C55-A573-444DCC7892B5}" srcOrd="0" destOrd="0" parTransId="{28570E81-D008-4FF5-B05E-E87BE4410666}" sibTransId="{CA79C5CB-3A69-47CC-A99B-DDB577854667}"/>
    <dgm:cxn modelId="{4249CFE7-6984-4C2A-A1E6-152D5FD1ADB6}" type="presOf" srcId="{EA2529A4-8895-4A4E-869A-6A1F1C804888}" destId="{3347DA52-02A2-40F1-86E7-FF22837664B7}" srcOrd="0" destOrd="0" presId="urn:microsoft.com/office/officeart/2008/layout/LinedList"/>
    <dgm:cxn modelId="{1E04B0EA-4FB6-4A88-91F7-6B8451114D80}" srcId="{7DFA107C-270E-4C55-A573-444DCC7892B5}" destId="{8FA8777A-EA6B-4EC7-A421-8E177C3437A4}" srcOrd="5" destOrd="0" parTransId="{EEB4B75D-AAD1-4612-BF38-D60FF9FFFCFA}" sibTransId="{C176ED7C-2C84-4782-A1F2-6240B44A1750}"/>
    <dgm:cxn modelId="{BC0CC057-E74E-4C01-BD54-E9BD6297463F}" type="presParOf" srcId="{D0D11363-FF41-401A-B5BB-B96EBC45278E}" destId="{E05CACB4-8CCF-4CAF-BE3E-9C899A63E45A}" srcOrd="0" destOrd="0" presId="urn:microsoft.com/office/officeart/2008/layout/LinedList"/>
    <dgm:cxn modelId="{363A10C5-C88F-427C-8F0F-80834B5744C3}" type="presParOf" srcId="{D0D11363-FF41-401A-B5BB-B96EBC45278E}" destId="{88273E59-385D-4804-91AF-5202D99CC381}" srcOrd="1" destOrd="0" presId="urn:microsoft.com/office/officeart/2008/layout/LinedList"/>
    <dgm:cxn modelId="{543D457D-98CB-4583-A81F-E4123055C0CA}" type="presParOf" srcId="{88273E59-385D-4804-91AF-5202D99CC381}" destId="{6497171C-4C5D-4A9F-A205-D09CF4E94525}" srcOrd="0" destOrd="0" presId="urn:microsoft.com/office/officeart/2008/layout/LinedList"/>
    <dgm:cxn modelId="{65545413-9881-41F6-9EA3-0F7FEC03F2D0}" type="presParOf" srcId="{88273E59-385D-4804-91AF-5202D99CC381}" destId="{B2D3BEE7-6D4B-468C-8390-C5023502038D}" srcOrd="1" destOrd="0" presId="urn:microsoft.com/office/officeart/2008/layout/LinedList"/>
    <dgm:cxn modelId="{DBC057BC-AEE4-471A-B785-94011768573B}" type="presParOf" srcId="{B2D3BEE7-6D4B-468C-8390-C5023502038D}" destId="{753DA526-80F6-4522-BF08-E1924BDA1375}" srcOrd="0" destOrd="0" presId="urn:microsoft.com/office/officeart/2008/layout/LinedList"/>
    <dgm:cxn modelId="{C0E6CF7A-E7C7-4BFE-A014-5CC6C4ED5D30}" type="presParOf" srcId="{B2D3BEE7-6D4B-468C-8390-C5023502038D}" destId="{2EE61642-0A2F-4DB9-B63E-856AEE189A80}" srcOrd="1" destOrd="0" presId="urn:microsoft.com/office/officeart/2008/layout/LinedList"/>
    <dgm:cxn modelId="{8473A746-8EC1-4ABB-8668-73C6F1FF6B7C}" type="presParOf" srcId="{2EE61642-0A2F-4DB9-B63E-856AEE189A80}" destId="{61B400F2-83C0-4A24-AC35-D0E9F9AFA491}" srcOrd="0" destOrd="0" presId="urn:microsoft.com/office/officeart/2008/layout/LinedList"/>
    <dgm:cxn modelId="{38FF9B5A-97AA-4116-8C57-BDB227145BE8}" type="presParOf" srcId="{2EE61642-0A2F-4DB9-B63E-856AEE189A80}" destId="{C189AE53-ADDC-472D-8757-D0EFA070E2B0}" srcOrd="1" destOrd="0" presId="urn:microsoft.com/office/officeart/2008/layout/LinedList"/>
    <dgm:cxn modelId="{AF5C2FF2-CBB3-44DC-ABD9-BC176D271ED5}" type="presParOf" srcId="{2EE61642-0A2F-4DB9-B63E-856AEE189A80}" destId="{693FCACB-6FCF-4BC3-9043-957792304E8B}" srcOrd="2" destOrd="0" presId="urn:microsoft.com/office/officeart/2008/layout/LinedList"/>
    <dgm:cxn modelId="{EBEAD12C-5AFE-4895-A558-B5AA795AC6E0}" type="presParOf" srcId="{B2D3BEE7-6D4B-468C-8390-C5023502038D}" destId="{CA682805-08CA-440A-890A-25C51885E15F}" srcOrd="2" destOrd="0" presId="urn:microsoft.com/office/officeart/2008/layout/LinedList"/>
    <dgm:cxn modelId="{0BBA957E-8508-4F35-8D3D-9570FE7FF492}" type="presParOf" srcId="{B2D3BEE7-6D4B-468C-8390-C5023502038D}" destId="{B139BF07-8871-43CA-9B90-B5C2DFC1B92B}" srcOrd="3" destOrd="0" presId="urn:microsoft.com/office/officeart/2008/layout/LinedList"/>
    <dgm:cxn modelId="{767193D1-E6AE-4EA3-B3F4-F7F7A26F65B4}" type="presParOf" srcId="{B2D3BEE7-6D4B-468C-8390-C5023502038D}" destId="{F34F271F-E101-4080-8DD3-523925DBB7D6}" srcOrd="4" destOrd="0" presId="urn:microsoft.com/office/officeart/2008/layout/LinedList"/>
    <dgm:cxn modelId="{30CBF3F5-A8B3-402A-B1D7-8A4B12DCE61B}" type="presParOf" srcId="{F34F271F-E101-4080-8DD3-523925DBB7D6}" destId="{AD671FE3-8B3C-48B6-A0B2-816975DBF6EF}" srcOrd="0" destOrd="0" presId="urn:microsoft.com/office/officeart/2008/layout/LinedList"/>
    <dgm:cxn modelId="{0B3B4F02-3348-4592-B5EB-6331AE8D9BEC}" type="presParOf" srcId="{F34F271F-E101-4080-8DD3-523925DBB7D6}" destId="{BD1A7695-2558-4243-AEA1-562AD83719FC}" srcOrd="1" destOrd="0" presId="urn:microsoft.com/office/officeart/2008/layout/LinedList"/>
    <dgm:cxn modelId="{E23EB977-BEEC-4EAE-AA5E-C2518B04F1D0}" type="presParOf" srcId="{F34F271F-E101-4080-8DD3-523925DBB7D6}" destId="{A91625CD-EA0E-4EBF-9EE0-107C1B7684F6}" srcOrd="2" destOrd="0" presId="urn:microsoft.com/office/officeart/2008/layout/LinedList"/>
    <dgm:cxn modelId="{6ACA972E-6ED1-4567-AD3A-27AF1C1F7A44}" type="presParOf" srcId="{B2D3BEE7-6D4B-468C-8390-C5023502038D}" destId="{00EA732D-48B7-40D4-8953-37E033B5FC0D}" srcOrd="5" destOrd="0" presId="urn:microsoft.com/office/officeart/2008/layout/LinedList"/>
    <dgm:cxn modelId="{40BE31D2-0B99-486C-89B6-A1E30F5B3D82}" type="presParOf" srcId="{B2D3BEE7-6D4B-468C-8390-C5023502038D}" destId="{21732F09-524D-4E17-86F2-39F226DDF3B0}" srcOrd="6" destOrd="0" presId="urn:microsoft.com/office/officeart/2008/layout/LinedList"/>
    <dgm:cxn modelId="{B4F825A3-1F79-4EB3-A8EA-0BD9CBAB0AF0}" type="presParOf" srcId="{B2D3BEE7-6D4B-468C-8390-C5023502038D}" destId="{C27F05B9-941B-4C6C-B10B-475B58BDEE39}" srcOrd="7" destOrd="0" presId="urn:microsoft.com/office/officeart/2008/layout/LinedList"/>
    <dgm:cxn modelId="{1A621FDA-1063-4A22-961E-A279FDA9A409}" type="presParOf" srcId="{C27F05B9-941B-4C6C-B10B-475B58BDEE39}" destId="{4F952D53-FABD-4E1C-B4BA-1A6C3EBD22A6}" srcOrd="0" destOrd="0" presId="urn:microsoft.com/office/officeart/2008/layout/LinedList"/>
    <dgm:cxn modelId="{F7C97D36-2D7C-4C8C-81CC-75BED536F20F}" type="presParOf" srcId="{C27F05B9-941B-4C6C-B10B-475B58BDEE39}" destId="{3347DA52-02A2-40F1-86E7-FF22837664B7}" srcOrd="1" destOrd="0" presId="urn:microsoft.com/office/officeart/2008/layout/LinedList"/>
    <dgm:cxn modelId="{BCA7BF57-A5D7-4A43-B05D-6E2F18F56887}" type="presParOf" srcId="{C27F05B9-941B-4C6C-B10B-475B58BDEE39}" destId="{4341D668-6559-4E30-BA4F-CCA7572C36B2}" srcOrd="2" destOrd="0" presId="urn:microsoft.com/office/officeart/2008/layout/LinedList"/>
    <dgm:cxn modelId="{D43E3AED-D5B0-4C02-92D3-227D5B069A09}" type="presParOf" srcId="{B2D3BEE7-6D4B-468C-8390-C5023502038D}" destId="{1E5E50ED-8D7E-4FB4-A89A-D6E31AEA8A02}" srcOrd="8" destOrd="0" presId="urn:microsoft.com/office/officeart/2008/layout/LinedList"/>
    <dgm:cxn modelId="{6B9541F3-1935-496F-A538-9007AB1FA4CC}" type="presParOf" srcId="{B2D3BEE7-6D4B-468C-8390-C5023502038D}" destId="{7EFB1BDC-B04B-4048-AF15-3DF99171609B}" srcOrd="9" destOrd="0" presId="urn:microsoft.com/office/officeart/2008/layout/LinedList"/>
    <dgm:cxn modelId="{B1A6DCD8-86A5-4069-A8A4-2ED7AFA5E50F}" type="presParOf" srcId="{B2D3BEE7-6D4B-468C-8390-C5023502038D}" destId="{43CCDFA9-2317-41B3-9803-4530055ADB9D}" srcOrd="10" destOrd="0" presId="urn:microsoft.com/office/officeart/2008/layout/LinedList"/>
    <dgm:cxn modelId="{387F4163-D9D7-4E21-97FD-31A3FEC0F9BE}" type="presParOf" srcId="{43CCDFA9-2317-41B3-9803-4530055ADB9D}" destId="{6EE48034-8A14-4942-9BAE-F4A2C6951B7F}" srcOrd="0" destOrd="0" presId="urn:microsoft.com/office/officeart/2008/layout/LinedList"/>
    <dgm:cxn modelId="{6AA393A3-2A83-4AB3-AEF9-F28301C88E1F}" type="presParOf" srcId="{43CCDFA9-2317-41B3-9803-4530055ADB9D}" destId="{84DAC743-6EDF-46DC-9D14-55B31683084C}" srcOrd="1" destOrd="0" presId="urn:microsoft.com/office/officeart/2008/layout/LinedList"/>
    <dgm:cxn modelId="{1FBF4624-4B0B-4075-B252-EF0952DED3D3}" type="presParOf" srcId="{43CCDFA9-2317-41B3-9803-4530055ADB9D}" destId="{749D0501-B01D-4BA3-98BB-7D1D76E1C7B2}" srcOrd="2" destOrd="0" presId="urn:microsoft.com/office/officeart/2008/layout/LinedList"/>
    <dgm:cxn modelId="{CE0DF4B9-BEF2-4ABC-8A08-28B305E7BBBB}" type="presParOf" srcId="{B2D3BEE7-6D4B-468C-8390-C5023502038D}" destId="{AE063DF1-B31A-4A1B-8327-1D0B8CACCC97}" srcOrd="11" destOrd="0" presId="urn:microsoft.com/office/officeart/2008/layout/LinedList"/>
    <dgm:cxn modelId="{EF90B124-ED8F-4E65-8C7B-91C141E4100B}" type="presParOf" srcId="{B2D3BEE7-6D4B-468C-8390-C5023502038D}" destId="{4F60650E-BC29-46D8-A669-F1D575F018D2}" srcOrd="12" destOrd="0" presId="urn:microsoft.com/office/officeart/2008/layout/LinedList"/>
    <dgm:cxn modelId="{C2C053D6-BD46-4A87-9DB3-FB1C44B41AE9}" type="presParOf" srcId="{B2D3BEE7-6D4B-468C-8390-C5023502038D}" destId="{CF860A11-B60E-4D29-9BEA-F49B387ABA9C}" srcOrd="13" destOrd="0" presId="urn:microsoft.com/office/officeart/2008/layout/LinedList"/>
    <dgm:cxn modelId="{9E046889-182C-4E0A-91F6-21B3489E65A4}" type="presParOf" srcId="{CF860A11-B60E-4D29-9BEA-F49B387ABA9C}" destId="{3F567538-6093-40DA-8917-4EBC103ACFDD}" srcOrd="0" destOrd="0" presId="urn:microsoft.com/office/officeart/2008/layout/LinedList"/>
    <dgm:cxn modelId="{1CBCFDC5-51B8-4A91-A8F3-B5CF411ABA88}" type="presParOf" srcId="{CF860A11-B60E-4D29-9BEA-F49B387ABA9C}" destId="{9B05C5BE-3F6D-433E-A6E6-5A212571FA65}" srcOrd="1" destOrd="0" presId="urn:microsoft.com/office/officeart/2008/layout/LinedList"/>
    <dgm:cxn modelId="{4D411E14-614B-45C2-BB12-35B157C6410F}" type="presParOf" srcId="{CF860A11-B60E-4D29-9BEA-F49B387ABA9C}" destId="{8DCC8B3A-8B0E-4B43-82D9-71CBB6B55972}" srcOrd="2" destOrd="0" presId="urn:microsoft.com/office/officeart/2008/layout/LinedList"/>
    <dgm:cxn modelId="{0CEBF34C-341E-4C06-8496-4CAB57A90639}" type="presParOf" srcId="{B2D3BEE7-6D4B-468C-8390-C5023502038D}" destId="{611CEDFC-681F-4211-AA66-D066BF9C1FE1}" srcOrd="14" destOrd="0" presId="urn:microsoft.com/office/officeart/2008/layout/LinedList"/>
    <dgm:cxn modelId="{3920F101-D2E5-4B00-A893-367214E18BC6}" type="presParOf" srcId="{B2D3BEE7-6D4B-468C-8390-C5023502038D}" destId="{EB7C1423-41E5-4A59-9ACE-4B966E9E4270}" srcOrd="15" destOrd="0" presId="urn:microsoft.com/office/officeart/2008/layout/LinedList"/>
    <dgm:cxn modelId="{B9B82E5B-E6D1-4755-A757-7D0FADBBAB8E}" type="presParOf" srcId="{B2D3BEE7-6D4B-468C-8390-C5023502038D}" destId="{03E9947B-4BA6-4AA7-BF56-628278A46EB3}" srcOrd="16" destOrd="0" presId="urn:microsoft.com/office/officeart/2008/layout/LinedList"/>
    <dgm:cxn modelId="{0CAA56DB-5926-425E-BF5C-A6C4553AAD21}" type="presParOf" srcId="{03E9947B-4BA6-4AA7-BF56-628278A46EB3}" destId="{B1BEB774-A295-465D-963B-BD357E95B434}" srcOrd="0" destOrd="0" presId="urn:microsoft.com/office/officeart/2008/layout/LinedList"/>
    <dgm:cxn modelId="{3DAF7AAD-1125-4576-8FEC-7D3DF0BC1982}" type="presParOf" srcId="{03E9947B-4BA6-4AA7-BF56-628278A46EB3}" destId="{DC446ED5-A4CD-460F-9C48-C42026048A96}" srcOrd="1" destOrd="0" presId="urn:microsoft.com/office/officeart/2008/layout/LinedList"/>
    <dgm:cxn modelId="{B4FE41FD-C591-44FB-82B8-EB2F90A09881}" type="presParOf" srcId="{03E9947B-4BA6-4AA7-BF56-628278A46EB3}" destId="{1A114F0E-C1F5-4767-B754-78EBAD766625}" srcOrd="2" destOrd="0" presId="urn:microsoft.com/office/officeart/2008/layout/LinedList"/>
    <dgm:cxn modelId="{3B8344B6-3E57-447D-982C-A30B2AAEC74E}" type="presParOf" srcId="{B2D3BEE7-6D4B-468C-8390-C5023502038D}" destId="{4622340D-EBD8-48F3-8EC3-980F765FCC7F}" srcOrd="17" destOrd="0" presId="urn:microsoft.com/office/officeart/2008/layout/LinedList"/>
    <dgm:cxn modelId="{455796DC-7430-4531-A50C-D656905AE298}" type="presParOf" srcId="{B2D3BEE7-6D4B-468C-8390-C5023502038D}" destId="{7B344C13-8A75-4F15-8FD1-F60B44FECE3F}" srcOrd="18" destOrd="0" presId="urn:microsoft.com/office/officeart/2008/layout/LinedList"/>
    <dgm:cxn modelId="{229475C5-6526-4C92-A266-44A20CF7CAAE}" type="presParOf" srcId="{B2D3BEE7-6D4B-468C-8390-C5023502038D}" destId="{A0A6E740-78C2-4A6F-B73A-486C47E8FC8D}" srcOrd="19" destOrd="0" presId="urn:microsoft.com/office/officeart/2008/layout/LinedList"/>
    <dgm:cxn modelId="{3543B94C-6F5B-4280-83E7-97588692A62F}" type="presParOf" srcId="{A0A6E740-78C2-4A6F-B73A-486C47E8FC8D}" destId="{18CA46CA-E77A-44A4-A88A-95381985919C}" srcOrd="0" destOrd="0" presId="urn:microsoft.com/office/officeart/2008/layout/LinedList"/>
    <dgm:cxn modelId="{B5EE7B9E-8668-41AD-B60B-6C1406F63B47}" type="presParOf" srcId="{A0A6E740-78C2-4A6F-B73A-486C47E8FC8D}" destId="{4B240857-B639-4F7E-A9A0-FFEAA09FD1BA}" srcOrd="1" destOrd="0" presId="urn:microsoft.com/office/officeart/2008/layout/LinedList"/>
    <dgm:cxn modelId="{99C0A598-9D45-4AED-B376-BE4091D08200}" type="presParOf" srcId="{A0A6E740-78C2-4A6F-B73A-486C47E8FC8D}" destId="{CC067AF2-85E8-4CD4-AABD-AFE0891CE7CE}" srcOrd="2" destOrd="0" presId="urn:microsoft.com/office/officeart/2008/layout/LinedList"/>
    <dgm:cxn modelId="{4FD1706D-6D05-48EA-BF8D-938DFB6CACFD}" type="presParOf" srcId="{B2D3BEE7-6D4B-468C-8390-C5023502038D}" destId="{C20E994C-846D-4CAA-97A0-50B9EEDE45B9}" srcOrd="20" destOrd="0" presId="urn:microsoft.com/office/officeart/2008/layout/LinedList"/>
    <dgm:cxn modelId="{ACE2CCC4-E35F-49F2-8453-7D70ED795575}" type="presParOf" srcId="{B2D3BEE7-6D4B-468C-8390-C5023502038D}" destId="{76739265-CFE6-4B94-95D1-DDB6505DC391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5CACB4-8CCF-4CAF-BE3E-9C899A63E45A}">
      <dsp:nvSpPr>
        <dsp:cNvPr id="0" name=""/>
        <dsp:cNvSpPr/>
      </dsp:nvSpPr>
      <dsp:spPr>
        <a:xfrm>
          <a:off x="0" y="0"/>
          <a:ext cx="9753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7171C-4C5D-4A9F-A205-D09CF4E94525}">
      <dsp:nvSpPr>
        <dsp:cNvPr id="0" name=""/>
        <dsp:cNvSpPr/>
      </dsp:nvSpPr>
      <dsp:spPr>
        <a:xfrm>
          <a:off x="0" y="0"/>
          <a:ext cx="1950720" cy="650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400" kern="1200" dirty="0"/>
            <a:t>Scrum master</a:t>
          </a:r>
        </a:p>
      </dsp:txBody>
      <dsp:txXfrm>
        <a:off x="0" y="0"/>
        <a:ext cx="1950720" cy="6502400"/>
      </dsp:txXfrm>
    </dsp:sp>
    <dsp:sp modelId="{C189AE53-ADDC-472D-8757-D0EFA070E2B0}">
      <dsp:nvSpPr>
        <dsp:cNvPr id="0" name=""/>
        <dsp:cNvSpPr/>
      </dsp:nvSpPr>
      <dsp:spPr>
        <a:xfrm>
          <a:off x="2097024" y="43894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/>
            <a:t>crear cuenta en Jira</a:t>
          </a:r>
          <a:endParaRPr lang="es-CO" sz="2100" kern="1200" dirty="0"/>
        </a:p>
      </dsp:txBody>
      <dsp:txXfrm>
        <a:off x="2097024" y="43894"/>
        <a:ext cx="7656576" cy="877887"/>
      </dsp:txXfrm>
    </dsp:sp>
    <dsp:sp modelId="{CA682805-08CA-440A-890A-25C51885E15F}">
      <dsp:nvSpPr>
        <dsp:cNvPr id="0" name=""/>
        <dsp:cNvSpPr/>
      </dsp:nvSpPr>
      <dsp:spPr>
        <a:xfrm>
          <a:off x="1950720" y="921781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A7695-2558-4243-AEA1-562AD83719FC}">
      <dsp:nvSpPr>
        <dsp:cNvPr id="0" name=""/>
        <dsp:cNvSpPr/>
      </dsp:nvSpPr>
      <dsp:spPr>
        <a:xfrm>
          <a:off x="2097024" y="965676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Crear proyecto tipo Scrum</a:t>
          </a:r>
        </a:p>
      </dsp:txBody>
      <dsp:txXfrm>
        <a:off x="2097024" y="965676"/>
        <a:ext cx="7656576" cy="877887"/>
      </dsp:txXfrm>
    </dsp:sp>
    <dsp:sp modelId="{00EA732D-48B7-40D4-8953-37E033B5FC0D}">
      <dsp:nvSpPr>
        <dsp:cNvPr id="0" name=""/>
        <dsp:cNvSpPr/>
      </dsp:nvSpPr>
      <dsp:spPr>
        <a:xfrm>
          <a:off x="1950720" y="1843563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7DA52-02A2-40F1-86E7-FF22837664B7}">
      <dsp:nvSpPr>
        <dsp:cNvPr id="0" name=""/>
        <dsp:cNvSpPr/>
      </dsp:nvSpPr>
      <dsp:spPr>
        <a:xfrm>
          <a:off x="2097024" y="1887458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Invitan a </a:t>
          </a:r>
          <a:r>
            <a:rPr lang="es-CO" sz="2100" kern="1200" dirty="0" err="1"/>
            <a:t>Development</a:t>
          </a:r>
          <a:r>
            <a:rPr lang="es-CO" sz="2100" kern="1200" dirty="0"/>
            <a:t> </a:t>
          </a:r>
          <a:r>
            <a:rPr lang="es-CO" sz="2100" kern="1200" dirty="0" err="1"/>
            <a:t>Team</a:t>
          </a:r>
          <a:r>
            <a:rPr lang="es-CO" sz="2100" kern="1200" dirty="0"/>
            <a:t> y al producto </a:t>
          </a:r>
          <a:r>
            <a:rPr lang="es-CO" sz="2100" kern="1200" dirty="0" err="1"/>
            <a:t>ovner</a:t>
          </a:r>
          <a:r>
            <a:rPr lang="es-CO" sz="2100" kern="1200" dirty="0"/>
            <a:t> </a:t>
          </a:r>
        </a:p>
      </dsp:txBody>
      <dsp:txXfrm>
        <a:off x="2097024" y="1887458"/>
        <a:ext cx="7656576" cy="877887"/>
      </dsp:txXfrm>
    </dsp:sp>
    <dsp:sp modelId="{1E5E50ED-8D7E-4FB4-A89A-D6E31AEA8A02}">
      <dsp:nvSpPr>
        <dsp:cNvPr id="0" name=""/>
        <dsp:cNvSpPr/>
      </dsp:nvSpPr>
      <dsp:spPr>
        <a:xfrm>
          <a:off x="1950720" y="2765345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AC743-6EDF-46DC-9D14-55B31683084C}">
      <dsp:nvSpPr>
        <dsp:cNvPr id="0" name=""/>
        <dsp:cNvSpPr/>
      </dsp:nvSpPr>
      <dsp:spPr>
        <a:xfrm>
          <a:off x="2097024" y="2809240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Crear el Backlog con todos los </a:t>
          </a:r>
          <a:r>
            <a:rPr lang="es-ES" sz="2100" b="1" kern="1200" dirty="0"/>
            <a:t>Tickets</a:t>
          </a:r>
          <a:r>
            <a:rPr lang="es-ES" sz="2100" kern="1200" dirty="0"/>
            <a:t> (</a:t>
          </a:r>
          <a:r>
            <a:rPr lang="es-ES" sz="2100" kern="1200" dirty="0" err="1"/>
            <a:t>Sub-tasks</a:t>
          </a:r>
          <a:r>
            <a:rPr lang="es-ES" sz="2100" kern="1200" dirty="0"/>
            <a:t> o Tareas).</a:t>
          </a:r>
          <a:r>
            <a:rPr lang="es-CO" sz="2100" kern="1200" dirty="0"/>
            <a:t> </a:t>
          </a:r>
        </a:p>
      </dsp:txBody>
      <dsp:txXfrm>
        <a:off x="2097024" y="2809240"/>
        <a:ext cx="7656576" cy="877887"/>
      </dsp:txXfrm>
    </dsp:sp>
    <dsp:sp modelId="{AE063DF1-B31A-4A1B-8327-1D0B8CACCC97}">
      <dsp:nvSpPr>
        <dsp:cNvPr id="0" name=""/>
        <dsp:cNvSpPr/>
      </dsp:nvSpPr>
      <dsp:spPr>
        <a:xfrm>
          <a:off x="1950720" y="3687127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5C5BE-3F6D-433E-A6E6-5A212571FA65}">
      <dsp:nvSpPr>
        <dsp:cNvPr id="0" name=""/>
        <dsp:cNvSpPr/>
      </dsp:nvSpPr>
      <dsp:spPr>
        <a:xfrm>
          <a:off x="2097024" y="3731021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Crear sprint 1 y agregar las tareas que se puedan alcanzar durante la sesión de formación</a:t>
          </a:r>
        </a:p>
      </dsp:txBody>
      <dsp:txXfrm>
        <a:off x="2097024" y="3731021"/>
        <a:ext cx="7656576" cy="877887"/>
      </dsp:txXfrm>
    </dsp:sp>
    <dsp:sp modelId="{611CEDFC-681F-4211-AA66-D066BF9C1FE1}">
      <dsp:nvSpPr>
        <dsp:cNvPr id="0" name=""/>
        <dsp:cNvSpPr/>
      </dsp:nvSpPr>
      <dsp:spPr>
        <a:xfrm>
          <a:off x="1950720" y="4608909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46ED5-A4CD-460F-9C48-C42026048A96}">
      <dsp:nvSpPr>
        <dsp:cNvPr id="0" name=""/>
        <dsp:cNvSpPr/>
      </dsp:nvSpPr>
      <dsp:spPr>
        <a:xfrm>
          <a:off x="2097024" y="4652803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/>
            <a:t>Iniciar Sprint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100" kern="1200" dirty="0"/>
        </a:p>
      </dsp:txBody>
      <dsp:txXfrm>
        <a:off x="2097024" y="4652803"/>
        <a:ext cx="7656576" cy="877887"/>
      </dsp:txXfrm>
    </dsp:sp>
    <dsp:sp modelId="{4622340D-EBD8-48F3-8EC3-980F765FCC7F}">
      <dsp:nvSpPr>
        <dsp:cNvPr id="0" name=""/>
        <dsp:cNvSpPr/>
      </dsp:nvSpPr>
      <dsp:spPr>
        <a:xfrm>
          <a:off x="1950720" y="5530691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40857-B639-4F7E-A9A0-FFEAA09FD1BA}">
      <dsp:nvSpPr>
        <dsp:cNvPr id="0" name=""/>
        <dsp:cNvSpPr/>
      </dsp:nvSpPr>
      <dsp:spPr>
        <a:xfrm>
          <a:off x="2097024" y="5574585"/>
          <a:ext cx="7656576" cy="87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dirty="0"/>
            <a:t>Asigna ticket a </a:t>
          </a:r>
          <a:r>
            <a:rPr lang="es-CO" sz="2100" kern="1200" dirty="0" err="1"/>
            <a:t>Development</a:t>
          </a:r>
          <a:r>
            <a:rPr lang="es-CO" sz="2100" kern="1200" dirty="0"/>
            <a:t> </a:t>
          </a:r>
          <a:r>
            <a:rPr lang="es-CO" sz="2100" kern="1200" dirty="0" err="1"/>
            <a:t>Teams</a:t>
          </a:r>
          <a:endParaRPr lang="es-CO" sz="2100" kern="1200" dirty="0"/>
        </a:p>
      </dsp:txBody>
      <dsp:txXfrm>
        <a:off x="2097024" y="5574585"/>
        <a:ext cx="7656576" cy="877887"/>
      </dsp:txXfrm>
    </dsp:sp>
    <dsp:sp modelId="{C20E994C-846D-4CAA-97A0-50B9EEDE45B9}">
      <dsp:nvSpPr>
        <dsp:cNvPr id="0" name=""/>
        <dsp:cNvSpPr/>
      </dsp:nvSpPr>
      <dsp:spPr>
        <a:xfrm>
          <a:off x="1950720" y="6452473"/>
          <a:ext cx="7802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8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DE9A5-D084-7F17-C3A1-C257FCAD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2B8BD-BC2F-CF27-B6B3-88087DE2B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81D50-F257-6702-7EE4-A1443A5BD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0AEE-906C-AC0A-5DD8-AB1EA8313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70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C253-8B8E-0B16-55F8-4218598D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E2457-2C9D-4511-0657-F4274F31B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FCD13-BB05-B64C-A917-A0E60A699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3EDA2-80FB-F237-3114-7A4858548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86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6640D-8B90-C1DE-7677-396E42DF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9C1B6-C3E1-6B77-2B2F-34597AB07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D1706-8A66-E0AF-5084-957CE2962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332F8-0A4A-D262-9BC4-D56413CE2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69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81101" y="977741"/>
            <a:ext cx="1261110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Metodologías</a:t>
            </a: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445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Ágiles</a:t>
            </a: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  </a:t>
            </a:r>
            <a:r>
              <a:rPr lang="en-US" sz="4450" dirty="0">
                <a:solidFill>
                  <a:srgbClr val="1B1B27"/>
                </a:solidFill>
                <a:latin typeface="Corben" pitchFamily="34" charset="0"/>
              </a:rPr>
              <a:t>SCRUM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</a:rPr>
              <a:t>Kahoot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4598075"/>
            <a:ext cx="30480" cy="1236107"/>
          </a:xfrm>
          <a:prstGeom prst="rect">
            <a:avLst/>
          </a:prstGeom>
          <a:solidFill>
            <a:srgbClr val="4967E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1E0A61F-0436-F110-96D4-6A9A14909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722" y="2395299"/>
            <a:ext cx="4592956" cy="5443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666F7-7D6B-4B14-7AB5-D948ED59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3AF1913-C8F9-1F7B-10A7-E99284AC201C}"/>
              </a:ext>
            </a:extLst>
          </p:cNvPr>
          <p:cNvSpPr/>
          <p:nvPr/>
        </p:nvSpPr>
        <p:spPr>
          <a:xfrm>
            <a:off x="1826028" y="195263"/>
            <a:ext cx="11925994" cy="569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CO" sz="4450" b="1" noProof="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Metodología </a:t>
            </a:r>
            <a:r>
              <a:rPr lang="es-CO" sz="4450" b="1" noProof="0" dirty="0">
                <a:solidFill>
                  <a:srgbClr val="1B1B27"/>
                </a:solidFill>
                <a:latin typeface="Corben" pitchFamily="34" charset="0"/>
              </a:rPr>
              <a:t>SCRUM “Lecciones del caos”</a:t>
            </a:r>
            <a:endParaRPr lang="es-CO" sz="4450" b="1" noProof="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EEEF4DC-2623-E1C7-8D1C-1B963070E62A}"/>
              </a:ext>
            </a:extLst>
          </p:cNvPr>
          <p:cNvSpPr/>
          <p:nvPr/>
        </p:nvSpPr>
        <p:spPr>
          <a:xfrm>
            <a:off x="5051948" y="6464502"/>
            <a:ext cx="3357768" cy="330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400" b="1" noProof="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¿Qué fluyó genial?</a:t>
            </a:r>
            <a:endParaRPr lang="es-CO" sz="2400" b="1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B5237CD-1EC0-8858-DB8C-1F3C4D62D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81" b="93723" l="3275" r="93703">
                        <a14:foregroundMark x1="71033" y1="7792" x2="71033" y2="7792"/>
                        <a14:foregroundMark x1="92191" y1="6494" x2="92191" y2="6494"/>
                        <a14:foregroundMark x1="9068" y1="77056" x2="9068" y2="77056"/>
                        <a14:foregroundMark x1="3778" y1="47835" x2="3778" y2="47835"/>
                        <a14:foregroundMark x1="49874" y1="55628" x2="49874" y2="55628"/>
                        <a14:foregroundMark x1="43073" y1="57143" x2="53401" y2="53896"/>
                        <a14:foregroundMark x1="53401" y1="53896" x2="68766" y2="38528"/>
                        <a14:foregroundMark x1="68766" y1="38528" x2="77834" y2="19481"/>
                        <a14:foregroundMark x1="77834" y1="19481" x2="87657" y2="18182"/>
                        <a14:foregroundMark x1="56675" y1="40260" x2="70781" y2="39827"/>
                        <a14:foregroundMark x1="70781" y1="39827" x2="76826" y2="30519"/>
                        <a14:foregroundMark x1="76826" y1="30519" x2="77582" y2="25758"/>
                        <a14:foregroundMark x1="69521" y1="41991" x2="79093" y2="33117"/>
                        <a14:foregroundMark x1="79093" y1="33117" x2="79345" y2="29004"/>
                        <a14:foregroundMark x1="92695" y1="12121" x2="90680" y2="2597"/>
                        <a14:foregroundMark x1="90680" y1="2597" x2="93703" y2="7792"/>
                        <a14:foregroundMark x1="8312" y1="45455" x2="25441" y2="40693"/>
                        <a14:foregroundMark x1="43829" y1="81602" x2="48866" y2="65584"/>
                        <a14:foregroundMark x1="32494" y1="93290" x2="48363" y2="93723"/>
                        <a14:foregroundMark x1="48363" y1="93723" x2="73804" y2="919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52755" y="1045063"/>
            <a:ext cx="4399428" cy="51197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045A7A1-1AD6-BBC6-4CBD-AA7A1B89C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657" b="90196" l="8057" r="92180">
                        <a14:foregroundMark x1="59953" y1="56863" x2="56872" y2="37255"/>
                        <a14:foregroundMark x1="59242" y1="50490" x2="61848" y2="53186"/>
                        <a14:foregroundMark x1="75829" y1="45098" x2="77251" y2="40196"/>
                        <a14:foregroundMark x1="31517" y1="7598" x2="67062" y2="4657"/>
                        <a14:foregroundMark x1="5924" y1="29657" x2="11137" y2="56863"/>
                        <a14:foregroundMark x1="11137" y1="56863" x2="8057" y2="63971"/>
                        <a14:foregroundMark x1="90521" y1="29167" x2="92417" y2="65441"/>
                        <a14:foregroundMark x1="92417" y1="65441" x2="91943" y2="65931"/>
                        <a14:foregroundMark x1="32701" y1="89706" x2="59005" y2="88480"/>
                        <a14:foregroundMark x1="59005" y1="88480" x2="55687" y2="901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5221" y="1409364"/>
            <a:ext cx="4541814" cy="43911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C59FC2D-BED5-49F9-3FBE-F31C407E8D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87" b="89849" l="2965" r="95148">
                        <a14:foregroundMark x1="7817" y1="34125" x2="8625" y2="55076"/>
                        <a14:foregroundMark x1="3504" y1="52268" x2="2965" y2="40821"/>
                        <a14:foregroundMark x1="90027" y1="55076" x2="91375" y2="34557"/>
                        <a14:foregroundMark x1="91375" y1="34557" x2="90836" y2="31965"/>
                        <a14:foregroundMark x1="59299" y1="46436" x2="61186" y2="40821"/>
                        <a14:foregroundMark x1="95148" y1="49676" x2="94070" y2="4276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02" y="919491"/>
            <a:ext cx="4203045" cy="5245310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17A7353D-1658-B6C6-066F-6E428F05889A}"/>
              </a:ext>
            </a:extLst>
          </p:cNvPr>
          <p:cNvSpPr/>
          <p:nvPr/>
        </p:nvSpPr>
        <p:spPr>
          <a:xfrm>
            <a:off x="2937165" y="7484237"/>
            <a:ext cx="8617525" cy="330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CO" sz="3600" b="1" noProof="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¿Qué  paso en el último Sprint?</a:t>
            </a:r>
            <a:endParaRPr lang="es-CO" sz="3600" b="1" noProof="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3497A20-6716-40A6-DB7D-AE11F0FDFF97}"/>
              </a:ext>
            </a:extLst>
          </p:cNvPr>
          <p:cNvSpPr/>
          <p:nvPr/>
        </p:nvSpPr>
        <p:spPr>
          <a:xfrm>
            <a:off x="9875806" y="6547282"/>
            <a:ext cx="3357768" cy="330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400" b="1" noProof="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¿Qué nos puso freno?</a:t>
            </a:r>
            <a:endParaRPr lang="es-CO" sz="2400" b="1" noProof="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6BA40A4-E465-6CB7-DA36-8F3B91278902}"/>
              </a:ext>
            </a:extLst>
          </p:cNvPr>
          <p:cNvSpPr/>
          <p:nvPr/>
        </p:nvSpPr>
        <p:spPr>
          <a:xfrm>
            <a:off x="1027416" y="6464502"/>
            <a:ext cx="3357768" cy="330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sz="2400" b="1" noProof="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¿Qué nos bloqueó?</a:t>
            </a:r>
            <a:endParaRPr lang="es-CO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384582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770" y="2209800"/>
            <a:ext cx="3832860" cy="3810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9379" y="612338"/>
            <a:ext cx="8893385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Conceptos</a:t>
            </a:r>
            <a:r>
              <a:rPr lang="en-US" sz="4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Clave: El </a:t>
            </a:r>
            <a:r>
              <a:rPr lang="en-US" sz="42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mapa</a:t>
            </a:r>
            <a:r>
              <a:rPr lang="en-US" sz="4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de Ruta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749379" y="1584603"/>
            <a:ext cx="7645241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Ágil trabaja en iteraciones cortas llamadas </a:t>
            </a:r>
            <a:r>
              <a:rPr lang="en-US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SPRINTS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duración típica 2 semanas , se entrega sw funcional. </a:t>
            </a:r>
            <a:endParaRPr lang="en-US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79" y="2478048"/>
            <a:ext cx="1070610" cy="128480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22038" y="2692122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Product Backlog</a:t>
            </a:r>
            <a:endParaRPr lang="en-US" sz="2100" b="1" dirty="0"/>
          </a:p>
        </p:txBody>
      </p:sp>
      <p:sp>
        <p:nvSpPr>
          <p:cNvPr id="8" name="Text 3"/>
          <p:cNvSpPr/>
          <p:nvPr/>
        </p:nvSpPr>
        <p:spPr>
          <a:xfrm>
            <a:off x="2022038" y="3147893"/>
            <a:ext cx="637258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El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</a:rPr>
              <a:t>inventario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 de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</a:rPr>
              <a:t>todo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</a:rPr>
              <a:t>el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</a:rPr>
              <a:t>trabajo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. “Todos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</a:rPr>
              <a:t>los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</a:rPr>
              <a:t>Requerimientos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</a:rPr>
              <a:t>”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79" y="3762851"/>
            <a:ext cx="1070610" cy="128480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22038" y="3976926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Sprint</a:t>
            </a:r>
            <a:endParaRPr lang="en-US" sz="2100" b="1" dirty="0"/>
          </a:p>
        </p:txBody>
      </p:sp>
      <p:sp>
        <p:nvSpPr>
          <p:cNvPr id="11" name="Text 5"/>
          <p:cNvSpPr/>
          <p:nvPr/>
        </p:nvSpPr>
        <p:spPr>
          <a:xfrm>
            <a:off x="2022038" y="4432697"/>
            <a:ext cx="637258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plazo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días para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entregar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la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funcionalidad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79" y="5047655"/>
            <a:ext cx="1070610" cy="128480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022038" y="5261729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 err="1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Historias</a:t>
            </a:r>
            <a:r>
              <a:rPr lang="en-US" sz="21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de </a:t>
            </a:r>
            <a:r>
              <a:rPr lang="en-US" sz="2100" b="1" dirty="0" err="1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Usuario</a:t>
            </a:r>
            <a:r>
              <a:rPr lang="en-US" sz="21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- </a:t>
            </a:r>
            <a:r>
              <a:rPr lang="en-US" sz="2100" b="1" dirty="0" err="1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Tareas</a:t>
            </a:r>
            <a:endParaRPr lang="en-US" sz="2100" b="1" dirty="0"/>
          </a:p>
        </p:txBody>
      </p:sp>
      <p:sp>
        <p:nvSpPr>
          <p:cNvPr id="14" name="Text 7"/>
          <p:cNvSpPr/>
          <p:nvPr/>
        </p:nvSpPr>
        <p:spPr>
          <a:xfrm>
            <a:off x="2022038" y="5717500"/>
            <a:ext cx="6372582" cy="333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usuario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quiere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haga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programa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</a:t>
            </a:r>
            <a:endParaRPr lang="en-US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379" y="6332458"/>
            <a:ext cx="1070610" cy="128480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22038" y="6546533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 err="1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Subtareas</a:t>
            </a:r>
            <a:r>
              <a:rPr lang="en-US" sz="21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- ticket</a:t>
            </a:r>
            <a:endParaRPr lang="en-US" sz="2100" b="1" dirty="0"/>
          </a:p>
        </p:txBody>
      </p:sp>
      <p:sp>
        <p:nvSpPr>
          <p:cNvPr id="17" name="Text 9"/>
          <p:cNvSpPr/>
          <p:nvPr/>
        </p:nvSpPr>
        <p:spPr>
          <a:xfrm>
            <a:off x="2022038" y="7002304"/>
            <a:ext cx="6372582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Pasos a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realizar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</a:t>
            </a:r>
            <a:r>
              <a:rPr lang="en-US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alcanzar</a:t>
            </a: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la tares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rum framework process cycle, generada por IA">
            <a:extLst>
              <a:ext uri="{FF2B5EF4-FFF2-40B4-BE49-F238E27FC236}">
                <a16:creationId xmlns:a16="http://schemas.microsoft.com/office/drawing/2014/main" id="{E3C2E551-FB1F-CFBF-2D41-0416581AF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14630400" cy="731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97BE15C-1EAF-87F2-4931-C304CB4E7F1E}"/>
              </a:ext>
            </a:extLst>
          </p:cNvPr>
          <p:cNvSpPr txBox="1"/>
          <p:nvPr/>
        </p:nvSpPr>
        <p:spPr>
          <a:xfrm>
            <a:off x="11601450" y="5307568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DoD</a:t>
            </a:r>
            <a:r>
              <a:rPr lang="es-CO" dirty="0"/>
              <a:t> (</a:t>
            </a:r>
            <a:r>
              <a:rPr lang="es-CO" dirty="0" err="1"/>
              <a:t>Definition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Done)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1710" y="1747263"/>
            <a:ext cx="82613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Herramientas</a:t>
            </a:r>
            <a:r>
              <a:rPr lang="en-US" sz="445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4450" b="1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utilizadas</a:t>
            </a:r>
            <a:r>
              <a:rPr lang="en-US" sz="445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4450" b="1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</a:t>
            </a:r>
            <a:r>
              <a:rPr lang="en-US" sz="445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4450" b="1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Metodologías</a:t>
            </a:r>
            <a:r>
              <a:rPr lang="en-US" sz="445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</a:t>
            </a:r>
            <a:r>
              <a:rPr lang="en-US" sz="4450" b="1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ágiles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793790" y="507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Jira</a:t>
            </a:r>
            <a:endParaRPr lang="en-US" sz="2200" b="1" dirty="0"/>
          </a:p>
        </p:txBody>
      </p:sp>
      <p:sp>
        <p:nvSpPr>
          <p:cNvPr id="5" name="Text 2"/>
          <p:cNvSpPr/>
          <p:nvPr/>
        </p:nvSpPr>
        <p:spPr>
          <a:xfrm>
            <a:off x="793790" y="5563076"/>
            <a:ext cx="37014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s-ES" dirty="0">
                <a:solidFill>
                  <a:srgbClr val="404155"/>
                </a:solidFill>
                <a:latin typeface="Nobile" pitchFamily="34" charset="0"/>
              </a:rPr>
              <a:t>(El Estándar Industrial). </a:t>
            </a:r>
          </a:p>
          <a:p>
            <a:pPr algn="just">
              <a:lnSpc>
                <a:spcPts val="2850"/>
              </a:lnSpc>
            </a:pPr>
            <a:r>
              <a:rPr lang="es-ES" dirty="0">
                <a:solidFill>
                  <a:srgbClr val="404155"/>
                </a:solidFill>
                <a:latin typeface="Nobile" pitchFamily="34" charset="0"/>
              </a:rPr>
              <a:t>Ventaja: Muy potente, usado en grandes empresas. </a:t>
            </a:r>
          </a:p>
        </p:txBody>
      </p:sp>
      <p:sp>
        <p:nvSpPr>
          <p:cNvPr id="7" name="Text 3"/>
          <p:cNvSpPr/>
          <p:nvPr/>
        </p:nvSpPr>
        <p:spPr>
          <a:xfrm>
            <a:off x="5562600" y="5128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Trello</a:t>
            </a:r>
            <a:endParaRPr lang="en-US" sz="2200" b="1" dirty="0"/>
          </a:p>
        </p:txBody>
      </p:sp>
      <p:sp>
        <p:nvSpPr>
          <p:cNvPr id="8" name="Text 4"/>
          <p:cNvSpPr/>
          <p:nvPr/>
        </p:nvSpPr>
        <p:spPr>
          <a:xfrm>
            <a:off x="5562601" y="5619177"/>
            <a:ext cx="339852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s-E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(El Tablero de Notas). </a:t>
            </a:r>
          </a:p>
        </p:txBody>
      </p:sp>
      <p:sp>
        <p:nvSpPr>
          <p:cNvPr id="10" name="Text 5"/>
          <p:cNvSpPr/>
          <p:nvPr/>
        </p:nvSpPr>
        <p:spPr>
          <a:xfrm>
            <a:off x="9921835" y="5208746"/>
            <a:ext cx="37605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ClickUp</a:t>
            </a:r>
            <a:endParaRPr lang="en-US" sz="2200" b="1" dirty="0"/>
          </a:p>
        </p:txBody>
      </p:sp>
      <p:sp>
        <p:nvSpPr>
          <p:cNvPr id="11" name="Text 6"/>
          <p:cNvSpPr/>
          <p:nvPr/>
        </p:nvSpPr>
        <p:spPr>
          <a:xfrm>
            <a:off x="9921835" y="5699164"/>
            <a:ext cx="33985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s-E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(El "Todo en Uno"). 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25BBBD5-7D18-7A57-D62B-F0C51BD31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76893"/>
            <a:ext cx="3701415" cy="231094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F727C8-CBDB-C50F-098F-D090D91BA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2776370"/>
            <a:ext cx="3048000" cy="198501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9B17F83-51E6-783D-E973-3CB8E25BE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994" y="2757654"/>
            <a:ext cx="3565566" cy="200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443B-1027-5193-70F9-E28AEF0F6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A560FEA-FEBB-1F56-7B7B-717867AD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354" y="147164"/>
            <a:ext cx="2427995" cy="147758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A39E122-31CE-5729-87AF-3EACBDC00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201" y="317868"/>
            <a:ext cx="2320535" cy="1136177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449817B-264A-26BC-3252-B83D7FE2E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2948" y="321049"/>
            <a:ext cx="2666406" cy="113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8B83281-8AD2-F298-2E6C-742D87D86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748329"/>
              </p:ext>
            </p:extLst>
          </p:nvPr>
        </p:nvGraphicFramePr>
        <p:xfrm>
          <a:off x="426720" y="1742440"/>
          <a:ext cx="13716004" cy="6276169"/>
        </p:xfrm>
        <a:graphic>
          <a:graphicData uri="http://schemas.openxmlformats.org/drawingml/2006/table">
            <a:tbl>
              <a:tblPr/>
              <a:tblGrid>
                <a:gridCol w="2859464">
                  <a:extLst>
                    <a:ext uri="{9D8B030D-6E8A-4147-A177-3AD203B41FA5}">
                      <a16:colId xmlns:a16="http://schemas.microsoft.com/office/drawing/2014/main" val="153863127"/>
                    </a:ext>
                  </a:extLst>
                </a:gridCol>
                <a:gridCol w="3550763">
                  <a:extLst>
                    <a:ext uri="{9D8B030D-6E8A-4147-A177-3AD203B41FA5}">
                      <a16:colId xmlns:a16="http://schemas.microsoft.com/office/drawing/2014/main" val="3522914116"/>
                    </a:ext>
                  </a:extLst>
                </a:gridCol>
                <a:gridCol w="3425072">
                  <a:extLst>
                    <a:ext uri="{9D8B030D-6E8A-4147-A177-3AD203B41FA5}">
                      <a16:colId xmlns:a16="http://schemas.microsoft.com/office/drawing/2014/main" val="1348291527"/>
                    </a:ext>
                  </a:extLst>
                </a:gridCol>
                <a:gridCol w="3880705">
                  <a:extLst>
                    <a:ext uri="{9D8B030D-6E8A-4147-A177-3AD203B41FA5}">
                      <a16:colId xmlns:a16="http://schemas.microsoft.com/office/drawing/2014/main" val="2771344641"/>
                    </a:ext>
                  </a:extLst>
                </a:gridCol>
              </a:tblGrid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Criterio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Jira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Trello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ClickUp</a:t>
                      </a:r>
                      <a:endParaRPr lang="es-CO" sz="2000" b="1" dirty="0"/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089868"/>
                  </a:ext>
                </a:extLst>
              </a:tr>
              <a:tr h="59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Tipo de herramienta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Gestión de proyectos para desarrollo de software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/>
                        <a:t>Gestión visual de tareas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Plataforma integral de gestión de trabajo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399817"/>
                  </a:ext>
                </a:extLst>
              </a:tr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Dificultad de uso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Alta (requiere configuración)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Muy fácil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Media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4445"/>
                  </a:ext>
                </a:extLst>
              </a:tr>
              <a:tr h="59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Metodologías ágiles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Scrum, Kanban, Sprints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Principalmente Kanban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Scrum, Kanban, Gantt, lista, calendario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739657"/>
                  </a:ext>
                </a:extLst>
              </a:tr>
              <a:tr h="833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Uso principal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Equipos de desarrollo e ingeniería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Equipos pequeños o proyectos simples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Equipos que necesitan muchas funciones en una sola plataforma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33083"/>
                  </a:ext>
                </a:extLst>
              </a:tr>
              <a:tr h="59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Visualización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Scrum boards, Kanban, reportes ágiles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Tableros con tarjetas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15+ vistas: lista, tablero, calendario, Gantt, etc.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713412"/>
                  </a:ext>
                </a:extLst>
              </a:tr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Automatización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Avanzada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Básica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Avanzada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504824"/>
                  </a:ext>
                </a:extLst>
              </a:tr>
              <a:tr h="59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Reportes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Muy completos (burndown, velocity)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Limitados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Dashboards personalizables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962575"/>
                  </a:ext>
                </a:extLst>
              </a:tr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Integraciones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Más de 3000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Más de 200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Más de 1000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438802"/>
                  </a:ext>
                </a:extLst>
              </a:tr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Curva de aprendizaje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Alta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Muy baja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Media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041378"/>
                  </a:ext>
                </a:extLst>
              </a:tr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Precio inicial aproximado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~7.75 USD por usuario/mes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~5 USD por usuario/mes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~7 USD por usuario/mes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684606"/>
                  </a:ext>
                </a:extLst>
              </a:tr>
              <a:tr h="340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Plan gratuito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Sí (hasta 10 usuarios)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Sí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/>
                        <a:t>Sí (usuarios ilimitados)</a:t>
                      </a:r>
                    </a:p>
                  </a:txBody>
                  <a:tcPr marL="79110" marR="79110" marT="39555" marB="395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557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99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50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Roles en Scrum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27415"/>
            <a:ext cx="4196358" cy="3137059"/>
          </a:xfrm>
          <a:prstGeom prst="roundRect">
            <a:avLst>
              <a:gd name="adj" fmla="val 3037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4270" y="3157895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3324106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Product Owner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55556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Maximiza el valor del producto y prioriza el backlog. Representa a los stakeholders y define qué construir.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216962" y="3127415"/>
            <a:ext cx="4196358" cy="3137059"/>
          </a:xfrm>
          <a:prstGeom prst="roundRect">
            <a:avLst>
              <a:gd name="adj" fmla="val 3037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247442" y="3157895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3324106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Scrum Master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4256" y="455556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Facilita el proceso Scrum y elimina impedimentos. Asegura que el equipo siga las prácticas y mejora continuamente.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9640133" y="3127415"/>
            <a:ext cx="4196358" cy="3137059"/>
          </a:xfrm>
          <a:prstGeom prst="roundRect">
            <a:avLst>
              <a:gd name="adj" fmla="val 3037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9670613" y="3157895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8232" y="3324106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7427" y="4065151"/>
            <a:ext cx="35197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Development Team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97427" y="455556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Equipo multidisciplinar de 3-9 personas que construye el producto. Autoorganizado y comprometido con los objetivos.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922" y="675561"/>
            <a:ext cx="5078135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Eventos Scrum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0922" y="1583055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10922" y="1905357"/>
            <a:ext cx="7722156" cy="22860"/>
          </a:xfrm>
          <a:prstGeom prst="rect">
            <a:avLst/>
          </a:prstGeom>
          <a:solidFill>
            <a:srgbClr val="4967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710922" y="2052638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Sprint Planning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0922" y="2479119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Planificación del sprint: qué y cómo construir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10922" y="3121223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10922" y="3443526"/>
            <a:ext cx="7722156" cy="22860"/>
          </a:xfrm>
          <a:prstGeom prst="rect">
            <a:avLst/>
          </a:prstGeom>
          <a:solidFill>
            <a:srgbClr val="4967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710922" y="3590806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Daily Scrum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10922" y="4017288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Reunión diaria de 15 minutos para sincronizar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0922" y="4659392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10922" y="4981694"/>
            <a:ext cx="7722156" cy="22860"/>
          </a:xfrm>
          <a:prstGeom prst="rect">
            <a:avLst/>
          </a:prstGeom>
          <a:solidFill>
            <a:srgbClr val="4967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10922" y="5128974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Sprint Review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0922" y="5555456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Revisión del producto, mostrando la funcionalidad completada.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10922" y="6197560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10922" y="6519863"/>
            <a:ext cx="7722156" cy="22860"/>
          </a:xfrm>
          <a:prstGeom prst="rect">
            <a:avLst/>
          </a:prstGeom>
          <a:solidFill>
            <a:srgbClr val="4967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710922" y="6667143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Sprint Retrospective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10922" y="7093625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Reflexión y mejora del proceso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BC60-C225-8EE8-196F-F6DC7B2B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D91F25D-F9C8-C78E-997B-02B86B4D8F0C}"/>
              </a:ext>
            </a:extLst>
          </p:cNvPr>
          <p:cNvSpPr/>
          <p:nvPr/>
        </p:nvSpPr>
        <p:spPr>
          <a:xfrm>
            <a:off x="5042178" y="404218"/>
            <a:ext cx="703766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Plan de </a:t>
            </a:r>
            <a:r>
              <a:rPr lang="en-US" sz="44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Trabajo</a:t>
            </a:r>
            <a:endParaRPr lang="en-US" sz="4400" dirty="0"/>
          </a:p>
        </p:txBody>
      </p:sp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A73BF31B-D702-EE40-2C06-AB2FA4B65E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600442"/>
              </p:ext>
            </p:extLst>
          </p:nvPr>
        </p:nvGraphicFramePr>
        <p:xfrm>
          <a:off x="2438400" y="1109782"/>
          <a:ext cx="9753600" cy="650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51A3631-B124-F769-7157-B05EE90F6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791" y="2707373"/>
            <a:ext cx="2909530" cy="23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69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490</Words>
  <Application>Microsoft Office PowerPoint</Application>
  <PresentationFormat>Personalizado</PresentationFormat>
  <Paragraphs>112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Corben</vt:lpstr>
      <vt:lpstr>Corben Light</vt:lpstr>
      <vt:lpstr>Arial</vt:lpstr>
      <vt:lpstr>Nobile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patricia moreno guzman</dc:creator>
  <cp:lastModifiedBy>patricia moreno guzman</cp:lastModifiedBy>
  <cp:revision>6</cp:revision>
  <dcterms:created xsi:type="dcterms:W3CDTF">2026-03-08T23:07:58Z</dcterms:created>
  <dcterms:modified xsi:type="dcterms:W3CDTF">2026-03-16T23:40:22Z</dcterms:modified>
</cp:coreProperties>
</file>